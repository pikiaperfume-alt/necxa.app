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8d6f9ee12544f5" /><Relationship Type="http://schemas.openxmlformats.org/officeDocument/2006/relationships/extended-properties" Target="/docProps/app.xml" Id="Rbbe9d459b2ad469f" /><Relationship Type="http://schemas.openxmlformats.org/officeDocument/2006/relationships/officeDocument" Target="/ppt/presentation.xml" Id="Rc858c5c24d7f46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eb4244db9a46a5"/>
  </p:sldMasterIdLst>
  <p:notesMasterIdLst>
    <p:notesMasterId xmlns:r="http://schemas.openxmlformats.org/officeDocument/2006/relationships" r:id="R18e643eedddd450b"/>
  </p:notesMasterIdLst>
  <p:sldIdLst>
    <p:sldId xmlns:r="http://schemas.openxmlformats.org/officeDocument/2006/relationships" id="256" r:id="R6ba6bdfd6a984d75"/>
    <p:sldId xmlns:r="http://schemas.openxmlformats.org/officeDocument/2006/relationships" id="257" r:id="Rdaf32981cb444760"/>
    <p:sldId xmlns:r="http://schemas.openxmlformats.org/officeDocument/2006/relationships" id="258" r:id="R4ec4a0104c5b450b"/>
    <p:sldId xmlns:r="http://schemas.openxmlformats.org/officeDocument/2006/relationships" id="259" r:id="R86d8a7d2e6f34671"/>
    <p:sldId xmlns:r="http://schemas.openxmlformats.org/officeDocument/2006/relationships" id="260" r:id="R2e0b647afa0d4566"/>
    <p:sldId xmlns:r="http://schemas.openxmlformats.org/officeDocument/2006/relationships" id="261" r:id="R835e9a5774bb4239"/>
    <p:sldId xmlns:r="http://schemas.openxmlformats.org/officeDocument/2006/relationships" id="262" r:id="R33d4590f17c94334"/>
    <p:sldId xmlns:r="http://schemas.openxmlformats.org/officeDocument/2006/relationships" id="263" r:id="R5d037b38bad64ad7"/>
    <p:sldId xmlns:r="http://schemas.openxmlformats.org/officeDocument/2006/relationships" id="264" r:id="R6a9e826dc68d4fbc"/>
    <p:sldId xmlns:r="http://schemas.openxmlformats.org/officeDocument/2006/relationships" id="265" r:id="Re2493385c5a847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a96c911da6404f" /><Relationship Type="http://schemas.openxmlformats.org/officeDocument/2006/relationships/slideMaster" Target="/ppt/slideMasters/slideMaster1.xml" Id="Rf4eb4244db9a46a5" /><Relationship Type="http://schemas.openxmlformats.org/officeDocument/2006/relationships/notesMaster" Target="/ppt/notesMasters/notesMaster1.xml" Id="R18e643eedddd450b" /><Relationship Type="http://schemas.openxmlformats.org/officeDocument/2006/relationships/presProps" Target="/ppt/presProps.xml" Id="R73aa340023ca4ac1" /><Relationship Type="http://schemas.openxmlformats.org/officeDocument/2006/relationships/tableStyles" Target="/ppt/tableStyles.xml" Id="Rd7c8012379bc414e" /><Relationship Type="http://schemas.openxmlformats.org/officeDocument/2006/relationships/slide" Target="/ppt/slides/slide1.xml" Id="R6ba6bdfd6a984d75" /><Relationship Type="http://schemas.openxmlformats.org/officeDocument/2006/relationships/slide" Target="/ppt/slides/slide2.xml" Id="Rdaf32981cb444760" /><Relationship Type="http://schemas.openxmlformats.org/officeDocument/2006/relationships/slide" Target="/ppt/slides/slide3.xml" Id="R4ec4a0104c5b450b" /><Relationship Type="http://schemas.openxmlformats.org/officeDocument/2006/relationships/slide" Target="/ppt/slides/slide4.xml" Id="R86d8a7d2e6f34671" /><Relationship Type="http://schemas.openxmlformats.org/officeDocument/2006/relationships/slide" Target="/ppt/slides/slide5.xml" Id="R2e0b647afa0d4566" /><Relationship Type="http://schemas.openxmlformats.org/officeDocument/2006/relationships/slide" Target="/ppt/slides/slide6.xml" Id="R835e9a5774bb4239" /><Relationship Type="http://schemas.openxmlformats.org/officeDocument/2006/relationships/slide" Target="/ppt/slides/slide7.xml" Id="R33d4590f17c94334" /><Relationship Type="http://schemas.openxmlformats.org/officeDocument/2006/relationships/slide" Target="/ppt/slides/slide8.xml" Id="R5d037b38bad64ad7" /><Relationship Type="http://schemas.openxmlformats.org/officeDocument/2006/relationships/slide" Target="/ppt/slides/slide9.xml" Id="R6a9e826dc68d4fbc" /><Relationship Type="http://schemas.openxmlformats.org/officeDocument/2006/relationships/slide" Target="/ppt/slides/slide10.xml" Id="Re2493385c5a847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8571afe1d64a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1e78405ae94dfd" /><Relationship Type="http://schemas.openxmlformats.org/officeDocument/2006/relationships/notesMaster" Target="/ppt/notesMasters/notesMaster1.xml" Id="R44318863154247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86c34d61fa4f34" /><Relationship Type="http://schemas.openxmlformats.org/officeDocument/2006/relationships/notesMaster" Target="/ppt/notesMasters/notesMaster1.xml" Id="R70c858cf35d84c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91bce624ae46d7" /><Relationship Type="http://schemas.openxmlformats.org/officeDocument/2006/relationships/notesMaster" Target="/ppt/notesMasters/notesMaster1.xml" Id="R991636f9af3d4c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4c21d0914946f5" /><Relationship Type="http://schemas.openxmlformats.org/officeDocument/2006/relationships/notesMaster" Target="/ppt/notesMasters/notesMaster1.xml" Id="Re5c7d1ef143a44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d9acc8dd544164" /><Relationship Type="http://schemas.openxmlformats.org/officeDocument/2006/relationships/notesMaster" Target="/ppt/notesMasters/notesMaster1.xml" Id="R9b645b05d2584a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cb96f0175a4913" /><Relationship Type="http://schemas.openxmlformats.org/officeDocument/2006/relationships/notesMaster" Target="/ppt/notesMasters/notesMaster1.xml" Id="Rbc283a186ce046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eb702a7d4e4dd5" /><Relationship Type="http://schemas.openxmlformats.org/officeDocument/2006/relationships/notesMaster" Target="/ppt/notesMasters/notesMaster1.xml" Id="R8748f065b66f4a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4fb034849543ab" /><Relationship Type="http://schemas.openxmlformats.org/officeDocument/2006/relationships/notesMaster" Target="/ppt/notesMasters/notesMaster1.xml" Id="Rb84ddac074c24e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5899dcc4c94219" /><Relationship Type="http://schemas.openxmlformats.org/officeDocument/2006/relationships/notesMaster" Target="/ppt/notesMasters/notesMaster1.xml" Id="Rd4a2e8e2b24946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219605756c419e" /><Relationship Type="http://schemas.openxmlformats.org/officeDocument/2006/relationships/notesMaster" Target="/ppt/notesMasters/notesMaster1.xml" Id="R762b7482340948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c96ce105046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8403abbdfd40d3" /><Relationship Type="http://schemas.openxmlformats.org/officeDocument/2006/relationships/slideLayout" Target="/ppt/slideLayouts/slideLayout1.xml" Id="R4490080357a24c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90080357a24c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1bf3e113b4c01" /><Relationship Type="http://schemas.openxmlformats.org/officeDocument/2006/relationships/notesSlide" Target="/ppt/notesSlides/notesSlide1.xml" Id="R3b690e5e10b148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845b9bfd144b2" /><Relationship Type="http://schemas.openxmlformats.org/officeDocument/2006/relationships/notesSlide" Target="/ppt/notesSlides/notesSlide2.xml" Id="Rda386499d54548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d3fd1f87f4fa4" /><Relationship Type="http://schemas.openxmlformats.org/officeDocument/2006/relationships/notesSlide" Target="/ppt/notesSlides/notesSlide3.xml" Id="R84f63df1d0af44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f7dcfee2943a9" /><Relationship Type="http://schemas.openxmlformats.org/officeDocument/2006/relationships/notesSlide" Target="/ppt/notesSlides/notesSlide4.xml" Id="Rd6357bfd38a945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f884db7d245b7" /><Relationship Type="http://schemas.openxmlformats.org/officeDocument/2006/relationships/notesSlide" Target="/ppt/notesSlides/notesSlide5.xml" Id="R4890854b782d47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7d4c6d87947f9" /><Relationship Type="http://schemas.openxmlformats.org/officeDocument/2006/relationships/notesSlide" Target="/ppt/notesSlides/notesSlide6.xml" Id="Rc5a5f2f6663641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857e9cff24c09" /><Relationship Type="http://schemas.openxmlformats.org/officeDocument/2006/relationships/notesSlide" Target="/ppt/notesSlides/notesSlide7.xml" Id="R86c787e645454d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97feee0df4cbb" /><Relationship Type="http://schemas.openxmlformats.org/officeDocument/2006/relationships/notesSlide" Target="/ppt/notesSlides/notesSlide8.xml" Id="R6ad1a2c59bcb41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36e8e389541f6" /><Relationship Type="http://schemas.openxmlformats.org/officeDocument/2006/relationships/notesSlide" Target="/ppt/notesSlides/notesSlide9.xml" Id="Rdeb570c860754a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405f333af4acb" /><Relationship Type="http://schemas.openxmlformats.org/officeDocument/2006/relationships/notesSlide" Target="/ppt/notesSlides/notesSlide10.xml" Id="Rd7466e2bb9dc4f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940ADA-428F-402F-B059-13287680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NECXA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7B3A4-54A4-4646-970E-CAD71004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PITCH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42AB4-6C0E-4490-AAA3-D559F0F2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80F8B-A19D-48A7-BE2F-0694259C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</a:defRPr>
            </a:pPr>
            <a:r>
              <a:rPr sz="4950" b="1">
                <a:solidFill>
                  <a:srgbClr val="111111"/>
                </a:solidFill>
              </a:rPr>
              <a:t>Necxa makes real-world commerce verifiable.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DB02F-0F41-4D99-889A-48D3ACF4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05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A trust platform for property, transport, creator commerce, payments, and AI-backed verification.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7054F-A87F-42ED-8F8A-BEC3FE9A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505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2C4B0-EBD7-4A17-BA99-FDC4875A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276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Verified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Trust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Commerce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D1B3B-4A6F-4BC9-96BF-69621ABB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Identity  Property  Transport  Payments  Creator commerce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19539-4AD6-4D52-A0AD-6B4E40D2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NECXA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18F0D-0FB6-4843-8D27-A1FC2742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62811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CA95FE-8341-45A6-99E9-4AE57262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CACD1-CAE0-4D94-B738-DDF4AB2C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Fraud breaks trust before transactions even start.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42586-E4DA-48D6-9791-99D1A697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84A20-E13A-47D3-83EF-1FDB45B9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6840F-8528-48A8-B7A8-18509BE8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Property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9C813-4244-4EBC-A709-D94D6E6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Fake listings and agents waste money.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88D42-4D91-4944-902A-0712EAE7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Renters and buyers face stolen photos, false locations, recycled documents, and unaccountable middlemen.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6847F-BE05-4F65-AB83-4682C294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600E0-782A-42F5-A8D7-3B696782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Transport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74663-D1A4-4CB5-A9F8-B214CCBD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Unverified couriers create delivery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D160B-D6FB-429C-AB66-A38DDA8D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FEFEF"/>
                </a:solidFill>
              </a:defRPr>
            </a:pPr>
            <a:r>
              <a:rPr sz="1425" b="0">
                <a:solidFill>
                  <a:srgbClr val="EFEFEF"/>
                </a:solidFill>
              </a:rPr>
              <a:t>Customers need real permits, real plates, and accountable delivery people before handing over goods.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3BB1C-6FA9-4166-87CD-419B858A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1FE40-D1F3-4B65-BE88-6CC670AD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Digital commerce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280BC-62F0-4C1D-9CFD-A11812CF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Payments move faster than proof.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067EC-6662-45C7-8DB9-EE6B9170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Marketplace, creator, and live commerce flows need escrow, content safety, and identity-backed trust.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F05E2-AEB6-4B9F-A7AD-EA3CA3F5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NECXA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85138-8928-42C6-896C-430ADAC8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9376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517822-9FA5-4E53-BD4A-10EF1AF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35E10-E581-4136-9323-2D812B7D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Necxa replaces blind trust with verified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93B47-39A3-495C-B856-05DB23F3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95556-9CCA-44DD-B4A7-8835B7C6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27777-195B-42FB-88D6-F9B358A3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17178-5D68-4E27-AE88-20217DC9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People, assets, documents, and media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790D0-562A-4D04-8388-6F2D613E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AI workflows inspect IDs, selfies, property evidence, driver permits, plates, and content.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7973D-5A01-4600-80A1-2F62960D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AF8ED-1B53-4B64-8197-5A915D3B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2EBC5-1AAD-4881-9ACE-0F4AE4C3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Transactions can move through safer rails.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AC866-3AB9-42A8-A4F2-A6885B76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FEFEF"/>
                </a:solidFill>
              </a:defRPr>
            </a:pPr>
            <a:r>
              <a:rPr sz="1425" b="0">
                <a:solidFill>
                  <a:srgbClr val="EFEFEF"/>
                </a:solidFill>
              </a:rPr>
              <a:t>Wallets, escrow, audit trails, and verified profiles reduce fraud and improve accountability.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654BC-87AB-4DD0-B1FF-B9B38318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A03C8-C56A-42E4-889C-2E28CA1A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Monetize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D3451-F6E0-401B-B56A-8D4AB3FD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Creators, agents, vendors, and fleets earn inside one trusted network.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A2778-D9AB-4D3C-85B3-30427C8E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Necxa connects discovery, trust, payment, delivery, and content commerce.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69A5A-4AF7-4A54-BD51-4EEEC621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NECXA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AD146-4C05-4754-89C0-EA660AE5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7593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782AA-1B2F-4C40-87D5-46F39135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6D479-CDAB-4E4C-8CAB-FCFAC6E1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23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Necxa turns risky digital activity into verified transactions.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1E0F8-B834-4387-B506-17471DF1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0729D-B21E-4075-95F0-927D669F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D5278-0631-414F-90C6-52F4A045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D974F-BC42-44FE-8762-94E299A5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User submits ID, property, plate, permit, media, or payment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2EFAD-B3CA-4279-ABC1-97448B6C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194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A50C8-CA18-400D-A59E-229391B1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1D100-385B-4023-AC82-A8F6A891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1B487-BC03-48C1-A6DE-9B01AF80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737BC-9EEE-4C62-A3AE-4E8334C1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FEFEF"/>
                </a:solidFill>
              </a:defRPr>
            </a:pPr>
            <a:r>
              <a:rPr sz="1275" b="0">
                <a:solidFill>
                  <a:srgbClr val="EFEFEF"/>
                </a:solidFill>
              </a:rPr>
              <a:t>AI and backend checks compare documents, location, identity, and content.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B3EAA-AF6E-4509-9B7D-CBA2C6A1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194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D7750-2647-44FE-B27D-D8BCD59D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7CECA-B578-42AF-98A8-E46A7945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769FF-7C0A-49DB-B085-5AD163A3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Transact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43450-6BC3-4E54-93E4-C44675B6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Verified users move through escrow, delivery, listing, gifting, or live commerce.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A3372-FEBA-4963-95B9-289B35EE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1F9B8-4E9B-4E95-BE32-5F55C7A8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574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56305-0BDF-45B8-B6BA-D6764B6D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83CC1-5BA0-4EBC-BE01-9E7BDD77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07317-1FCF-4E10-BCC5-0DE531D9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4810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Records create accountability for disputes, trust scores, and repeat 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A8188-9EF7-4EA1-8AC0-91DE1FF5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NECXA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CA959-CF69-4E56-B83A-9C575122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157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A1420-341F-422B-B004-FBB981C0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0F963-2057-4EF8-BE87-E7424D48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The product is a multi-sided trust network.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79E1B-D79F-47F7-8564-D0DBD954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FB542-243D-4C9E-84B8-06AF12B2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62B5C-7477-46AA-B4B1-9C2B5CAA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Verified property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2A6F9-5A8C-4077-90B8-0E367A2E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Listings backed by identity, GPS, photos, and document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610B6-A25D-4CA7-A537-57980C6F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Users discover safer housing and agents gain a stronger trust signal.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FB8C3-7F3D-47C0-BF20-C5A0CF83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0930A-03B0-4FC8-95E1-24A60067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Verified transport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AB9A6-F922-44E4-A790-5F4BBC44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Drivers join only after permit, selfie, and plate verification.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C2A9A-E2CC-44C8-9E77-B57DE273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FEFEF"/>
                </a:solidFill>
              </a:defRPr>
            </a:pPr>
            <a:r>
              <a:rPr sz="1425" b="0">
                <a:solidFill>
                  <a:srgbClr val="EFEFEF"/>
                </a:solidFill>
              </a:rPr>
              <a:t>Deliveries become accountable because vehicle and driver evidence is attached.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052DF-E1AA-4973-A5DE-BA472C14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2D0D9-28F4-4CF5-BC7E-E914E403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Verified creator commerce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AD8D3-B40F-4389-847A-DA2114D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Live, gifts, media, and shopping work with safety and payments.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3CFCE-AB1F-431B-AE13-1074326C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Creators earn while users transact in a safer environment.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CB0C8-1C61-4BCE-B5E5-5ACFE076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NECXA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34755-2B89-4CAE-BEC9-47A0A691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0995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E0872-2844-4944-B9E6-AC238A1C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MARKET POTENTIAL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338FB-4CF3-4F0A-A31E-E587C9DF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Necxa can scale across high-frequency urban needs.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8C6C3-9507-4F8D-880A-4D22F226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362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86AD4-D93E-4735-8286-72C5A737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5+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3CF52-FDA0-4E60-B656-0FF0C402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EFEF"/>
                </a:solidFill>
              </a:defRPr>
            </a:pPr>
            <a:r>
              <a:rPr sz="1350" b="0">
                <a:solidFill>
                  <a:srgbClr val="EFEFEF"/>
                </a:solidFill>
              </a:rPr>
              <a:t>Initial city markets across East Africa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073C2-655D-4D74-97B6-E4B6AA64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2362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1CC81-7EF1-4424-8557-05C777ED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4795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76B86-82C0-40BE-8A4B-DBAA59ED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81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Customer groups: renters, agents, sellers, drivers, creators, merchants, buyers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A2688-179E-4C3F-B714-605AB6FA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62200"/>
            <a:ext cx="2362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F7F71-EC0D-477C-9D32-3CB3F69A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8AB72-AC04-4C0B-B204-616846F4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Transaction surfaces: listings, verification, escrow, delivery, gifts, subscriptions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C8E8F-CCFE-46DA-B5AE-C724AE1F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62200"/>
            <a:ext cx="2362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4DCF7-A570-442F-B429-9F8479A3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D910A-9C4A-4E36-98C9-9FC8D2CF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Unified trust layer across the journey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4906F-791A-4F04-9395-121E9D99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The opportunity is not a single marketplace category. It is the repeated need to prove trust before money, goods, attention, or access changes hands.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C3614-4CB6-4F21-AB81-C735B977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NECXA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EE55E-C6DA-4570-8902-E0B62AE8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2085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403B3B-C91E-40BB-913C-263170C2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COMPETITION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046F7-86ED-4DD0-9A38-7DE378E7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Competitors solve pieces of the journey; Necxa owns the trust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70A3C-5B5E-4489-8CD0-37FE6734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F3887-33B5-49B9-803C-A8280923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1E23C-C4CA-45C4-80F9-C1AF0CDF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288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they 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06E85-A2A7-4890-828B-5AD718B4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Gap Necxa addresses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591CB-C909-44CE-861E-5FB63621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7AC30-0CC9-4B06-A565-FF99F99D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Classifieds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7B387-91E8-41A4-BA30-0E08F4EC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43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Listings and leads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02BDF-5685-46FF-AD1B-8744817F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Weak verification, weak payment protection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DEACB-8663-4305-A6F8-C649EB38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55360-430C-475E-9260-13ECE2F0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Property portals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87695-4D65-4928-9390-56B1B3D1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52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Discovery and agent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F89F7-0EDE-4B98-B34E-EF193F16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Limited fraud proof across documents and GPS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34E12-A2B8-4C31-95E4-F9B1FEAD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A6F5B-D1AD-4343-955D-B011BA63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Courier apps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BC0D1-3E89-4612-8D00-95CC4775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62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Delivery execution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5612C-DABB-4E16-ACD7-7EB1614B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Driver trust is separate from marketplace 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59B45-F13E-447C-A07C-E04EBB14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F5A58-C1E8-4124-9043-9CA91E48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Creator platforms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6A8EF-6AE9-4CE3-B6EE-FFF6A78E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72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Reach and monetization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5E6A8-CC71-4E3D-82DF-14E3DC20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Limited real-world transaction assurance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AC0EDD-F0E1-4505-A2C8-D135EBD1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C9C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4F01E-7EF4-4852-ACBE-6F50612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Necxa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38752-1407-46B8-B3BF-A263814B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81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Verified commerce infrastructure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0E113-7C50-49B7-9A05-3B7115B2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Identity, property, transport, content, escrow, and creator commerce together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DD8EE6-2CB2-4E26-B08A-BA5ADB05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NECXA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37C360-668A-4054-9FA9-169B0FDB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2089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5F0FBA-4D71-441B-B3AB-884CB5F6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57F79-2F9D-47C0-880C-97B298E2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Necxa can earn from every verified trust event and every transaction that follows.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D87E8-0FE3-45F2-BBC8-6F0C8AFA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21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C29F6-B682-427E-8C38-17919714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Verification fees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50CB9-E438-46EF-8EB7-858B4C84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FEFEF"/>
                </a:solidFill>
              </a:defRPr>
            </a:pPr>
            <a:r>
              <a:rPr sz="1425" b="0">
                <a:solidFill>
                  <a:srgbClr val="EFEFEF"/>
                </a:solidFill>
              </a:rPr>
              <a:t>Property, identity, driver, media, and listing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A2700-B333-499F-B365-144A48BE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21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B8B49-2B14-4BD4-B3E6-5B9C8A03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Transaction fees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98C0A-F69D-4F2D-9CA5-870FE4BA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Escrow, payments, delivery, bookings, and marketplace orders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167C3-C0CC-46ED-91CB-4E75E5B7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21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FF374-625B-415E-B7A2-BC3740D0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Subscriptions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14506-C4FE-41CD-A8A2-98B46224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Agents, vendors, fleets, and creator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6DF0A-5FC2-4C53-A11B-2ABE2BBC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219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EA8F2-8459-4713-8186-BD4A13E4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Creator commerce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D639E-4F9C-4F4A-A18A-75D8968B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Gifts, live shopping, premium content, and distribution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2358A-634E-4572-BDC8-F8783007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NECXA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88EF0-A985-42B9-9F20-D1628586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820615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387161-F071-4DCE-AC36-FD20D501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D7246-BA4F-4373-AD4F-DF5E93DC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The build is already organized around real delivery infrastructure.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2D64F-21B5-4AAA-9F2F-1FCFD966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0E389-3BB0-4774-B8E3-29FED723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E8B7E-0CF2-40E8-A95B-CA8977D5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Mobile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2E4F1-1C50-4D29-B3F3-1E6A7D9C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Flutter product 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B3180-751A-46E8-84E4-F59ABDF2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Core user journeys exist across property, transport, creator, chat, vault, and live commerce.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53666-2DFE-4A12-B32B-CDEDD0ED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DEDD9-90BD-4572-BB85-6E6E7DAE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A39A6-EC14-417C-AA31-718CE166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Supabase and Firebase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5A4F4-8E70-4CFC-A849-021D69B2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FEFEF"/>
                </a:solidFill>
              </a:defRPr>
            </a:pPr>
            <a:r>
              <a:rPr sz="1425" b="0">
                <a:solidFill>
                  <a:srgbClr val="EFEFEF"/>
                </a:solidFill>
              </a:rPr>
              <a:t>Edge functions, schemas, storage, realtime, wallet, gifting, and order flows support execution.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CF405-E6FB-4BE9-8AFC-4F55DCAF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581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1E53F-719C-49FE-8CD9-0E9127A2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AI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D9077-605D-4F9C-9A11-E7C41F75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Document, media, live, and transport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A7FCE-1E71-48BC-8F96-4945E3B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Verification workflows connect product actions to AI-backed trust decisions.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F6078-C74E-4583-811D-1D5D6E4A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NECXA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8E605-31B3-41EF-8BB9-CD255F50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0011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08364B-7118-4651-8155-8AAC68E7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BBBBB"/>
                </a:solidFill>
              </a:defRPr>
            </a:pPr>
            <a:r>
              <a:rPr sz="1125" b="1">
                <a:solidFill>
                  <a:srgbClr val="BBBBBB"/>
                </a:solidFill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29440-07CC-45F9-86E5-5C41CF1D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95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Support Necxa to launch a verified commerce network for everyday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C1422-8313-4AC6-BF0A-14FE96C7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Pilot partners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3C2C5-77EA-45DD-B67A-21DE585B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E7E7"/>
                </a:solidFill>
              </a:defRPr>
            </a:pPr>
            <a:r>
              <a:rPr sz="1500" b="0">
                <a:solidFill>
                  <a:srgbClr val="E7E7E7"/>
                </a:solidFill>
              </a:rPr>
              <a:t>Property agents, courier fleets, creators, and merchants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17B2B-2BC4-4E66-99E8-3E8072BD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62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AI and cloud credits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16EEF-1864-4F4C-9392-5809ACFF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528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E7E7"/>
                </a:solidFill>
              </a:defRPr>
            </a:pPr>
            <a:r>
              <a:rPr sz="1500" b="0">
                <a:solidFill>
                  <a:srgbClr val="E7E7E7"/>
                </a:solidFill>
              </a:rPr>
              <a:t>Scale verification for IDs, documents, plates, and media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EF245-6731-4781-8DD1-8882C82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Market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586B0-FC0B-473A-9F4C-9F497632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E7E7"/>
                </a:solidFill>
              </a:defRPr>
            </a:pPr>
            <a:r>
              <a:rPr sz="1500" b="0">
                <a:solidFill>
                  <a:srgbClr val="E7E7E7"/>
                </a:solidFill>
              </a:rPr>
              <a:t>Launch city pilots and build verified supply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C43FE-9B31-40B4-B6B8-7A7DF67E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Necxa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D4BE8-844D-4682-8153-0A2D95C3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9055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BBBBB"/>
                </a:solidFill>
              </a:defRPr>
            </a:pPr>
            <a:r>
              <a:rPr sz="1350" b="0">
                <a:solidFill>
                  <a:srgbClr val="BBBBBB"/>
                </a:solidFill>
              </a:rPr>
              <a:t>Verified trust for real-world commerce</a:t>
            </a:r>
          </a:p>
        </p:txBody>
      </p:sp>
    </p:spTree>
    <p:extLst>
      <p:ext uri="{BB962C8B-B14F-4D97-AF65-F5344CB8AC3E}">
        <p14:creationId xmlns:p14="http://schemas.microsoft.com/office/powerpoint/2010/main" val="1131856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2026-07-09T09:04:02.6770000Z</dcterms:created>
  <dcterms:modified xsi:type="dcterms:W3CDTF">2026-07-09T09:04:02.6770000Z</dcterms:modified>
</coreProperties>
</file>